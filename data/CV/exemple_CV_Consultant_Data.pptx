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CV Consultant Data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Expérience professionnelle :</a:t>
            </a:r>
          </a:p>
          <a:p>
            <a:pPr lvl="1"/>
            <a:r>
              <a:t>Développement de dashboards avancés Power BI pour la direction financière.</a:t>
            </a:r>
          </a:p>
          <a:p>
            <a:pPr lvl="1"/>
            <a:r>
              <a:t>Participation à des stratégies de transformation data dans des grands groupes.</a:t>
            </a:r>
          </a:p>
          <a:p>
            <a:pPr lvl="1"/>
            <a:r>
              <a:t>Encadrement d’équipes data junior.</a:t>
            </a:r>
          </a:p>
          <a:p>
            <a:pPr lvl="1"/>
            <a:r>
              <a:t>Modélisation statistique pour la prévision de ventes.</a:t>
            </a:r>
          </a:p>
          <a:p>
            <a:pPr lvl="1"/>
            <a:r>
              <a:t>Construction de pipelines data (ETL) sur Azure / AWS.</a:t>
            </a:r>
          </a:p>
          <a:p>
            <a:pPr lvl="1"/>
            <a:r>
              <a:t>Migration d'entrepôts de données vers Snowflake.</a:t>
            </a:r>
          </a:p>
          <a:p>
            <a:pPr lvl="1"/>
            <a:r>
              <a:t>Analyse de données marketing pour optimiser la conversion clients.</a:t>
            </a:r>
          </a:p>
          <a:p>
            <a:pPr lvl="1"/>
            <a:r>
              <a:t>Mise en place de modèles de recommandation.</a:t>
            </a:r>
          </a:p>
          <a:p>
            <a:pPr lvl="1"/>
            <a:r>
              <a:t>Conception de modèles prédictifs en Python (classification, NLP).</a:t>
            </a:r>
          </a:p>
          <a:p>
            <a:pPr lvl="1"/>
            <a:r>
              <a:t>Optimisation SQL et performance tuning.</a:t>
            </a:r>
          </a:p>
          <a:p>
            <a:r>
              <a:t>Formation :</a:t>
            </a:r>
          </a:p>
          <a:p>
            <a:pPr lvl="1"/>
            <a:r>
              <a:t>INSA Lyon</a:t>
            </a:r>
          </a:p>
          <a:p>
            <a:pPr lvl="1"/>
            <a:r>
              <a:t>Université Paris Dauphine</a:t>
            </a:r>
          </a:p>
          <a:p>
            <a:pPr lvl="1"/>
            <a:r>
              <a:t>KEDGE</a:t>
            </a:r>
          </a:p>
          <a:p>
            <a:pPr lvl="1"/>
            <a:r>
              <a:t>Université de Bordeaux</a:t>
            </a:r>
          </a:p>
          <a:p>
            <a:pPr lvl="1"/>
            <a:r>
              <a:t>CentraleSupélec</a:t>
            </a:r>
          </a:p>
          <a:p>
            <a:r>
              <a:t>Compétences :</a:t>
            </a:r>
          </a:p>
          <a:p>
            <a:pPr lvl="1"/>
            <a:r>
              <a:t>Git</a:t>
            </a:r>
          </a:p>
          <a:p>
            <a:pPr lvl="1"/>
            <a:r>
              <a:t>Tableau</a:t>
            </a:r>
          </a:p>
          <a:p>
            <a:pPr lvl="1"/>
            <a:r>
              <a:t>Docker</a:t>
            </a:r>
          </a:p>
          <a:p>
            <a:pPr lvl="1"/>
            <a:r>
              <a:t>Airflow</a:t>
            </a:r>
          </a:p>
          <a:p>
            <a:pPr lvl="1"/>
            <a:r>
              <a:t>Snowflake</a:t>
            </a:r>
          </a:p>
          <a:p>
            <a:pPr lvl="1"/>
            <a:r>
              <a:t>Dataiku</a:t>
            </a:r>
          </a:p>
          <a:p>
            <a:pPr lvl="1"/>
            <a:r>
              <a:t>PyTorch</a:t>
            </a:r>
          </a:p>
          <a:p>
            <a:pPr lvl="1"/>
            <a:r>
              <a:t>Spark</a:t>
            </a:r>
          </a:p>
          <a:p>
            <a:pPr lvl="1"/>
            <a:r>
              <a:t>AWS Glue</a:t>
            </a:r>
          </a:p>
          <a:p>
            <a:pPr lvl="1"/>
            <a:r>
              <a:t>Python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